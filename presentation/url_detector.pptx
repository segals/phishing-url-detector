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Catching phishing from the link alone</a:t>
            </a:r>
          </a:p>
          <a:p>
            <a:r>
              <a:rPr sz="2000" b="0" i="1">
                <a:solidFill>
                  <a:srgbClr val="9AD1C9"/>
                </a:solidFill>
                <a:latin typeface="Calibri"/>
              </a:rPr>
              <a:t>…and why “99% accuracy” in URL phishing detection is mostly an illusion</a:t>
            </a:r>
          </a:p>
          <a:p>
            <a:pPr>
              <a:spcBef>
                <a:spcPts val="2400"/>
              </a:spcBef>
            </a:pPr>
            <a:r>
              <a:rPr sz="1500" b="0" i="0">
                <a:solidFill>
                  <a:srgbClr val="C7D0D8"/>
                </a:solidFill>
                <a:latin typeface="Calibri"/>
              </a:rPr>
              <a:t>Data Science &amp; Cyber  ·  the URL / link detector (Student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The question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one half of a two-part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Phishing is the #1 initial-access vector — and much of it is just a link.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Can we catch phishing from the URL ALONE (no page fetch, no content)?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This project = the URL / link channel. My partner built the text / content channel.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Built to be independent; the two are meant to be fused later.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Plan: build a URL detector → get a near-perfect score → prove it is a mirage.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The data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real, public, recent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PhiUSIIL (Prasad &amp; Chandra, 2024; UCI id 967)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235,795 real URLs · 43% phishing · raw URL strings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One of the largest, most recent public URL datasets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Cross-dataset test later: Kaggle Malicious-URLs (651k) + live OpenPhish</a:t>
            </a:r>
          </a:p>
        </p:txBody>
      </p:sp>
      <p:pic>
        <p:nvPicPr>
          <p:cNvPr id="5" name="Picture 4" descr="F1_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11680"/>
            <a:ext cx="5577840" cy="15446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It looks perfect — F1 ≈ 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All provided features → F1 1.0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ONE feature (URLSimilarityIndex) → F1 0.9953  (≈ the label: leakage)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Even honest hand-built lexical features → F1 0.9967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Majority-class baseline: 57% accuracy, 0% recall — the accuracy paradox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A one-line ‘not-HTTPS → phishing’ rule alone scores F1 0.68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E76F51"/>
                </a:solidFill>
                <a:latin typeface="Calibri"/>
              </a:rPr>
              <a:t>→ the score is a DATASET ARTIFACT, not phishing detection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Why? The HTTPS collection artifact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Legitimate URLs in PhiUSIIL: 100% HTTPS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Phishing URLs: only 49% HTTPS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So the model largely learns ‘HTTP = phishing’ — a collection bias, not a real signal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(Real modern phishing is mostly HTTPS — this rule is backwards in the wild)</a:t>
            </a:r>
          </a:p>
        </p:txBody>
      </p:sp>
      <p:pic>
        <p:nvPicPr>
          <p:cNvPr id="5" name="Picture 4" descr="F5_sh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486400" cy="39188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603504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B6472"/>
                </a:solidFill>
                <a:latin typeface="Calibri"/>
              </a:rPr>
              <a:t>SHAP: is_https drives it (~3× any other feature)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40 features from the URL string alone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feature engineering · information theory · edit distance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Lexical: length, dots, digits, entropy of the URL/host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Host/TLD: subdomains, IP-as-host, punycode, suspicious TLDs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Shannon entropy H = −Σ pᵢ log₂ pᵢ  → random-looking (DGA) domains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Brand look-alike = Levenshtein edit distance to a known brand (paypa1, arnazon)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All computable offline → fast (~ms), private, reproducible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Evaluation done honestly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the metric zoo +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Never accuracy alone (accuracy paradox) — report Precision/Recall/F1/F2/MCC/AUC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F2 &amp; cost-sensitive threshold: a missed phish (FN) costs more than a false alarm (FP)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Bootstrap 95% CIs on every headline metric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McNemar’s test on every pairwise model comparison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Result: LogReg / RandomForest / HistGBM are all near-perfect &amp; statistically tied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Attack it, then defend it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adversarial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Structural attacks (homoglyph, typo-squat) barely dent it (0.99)</a:t>
            </a:r>
          </a:p>
          <a:p>
            <a:pPr lvl="1">
              <a:spcAft>
                <a:spcPts val="10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→ a structural detector resists the char-tricks that BREAK text models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HTTPS-upgrade → recall 0.672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Home-page mimicry → recall 0.0  (total evasion)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Normalization defeats homoglyphs; nothing URL-only defeats mimicry</a:t>
            </a:r>
          </a:p>
        </p:txBody>
      </p:sp>
      <p:pic>
        <p:nvPicPr>
          <p:cNvPr id="5" name="Picture 4" descr="F3_arms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03120"/>
            <a:ext cx="5394960" cy="25176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An unsupervised angle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abnormality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Train on legitimate URLs only; flag phishing as anomalies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Isolation Forest: AUC 0.828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Local Outlier Factor: AUC 0.944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Respectable with NO labels — but below supervised, and riding the same artifacts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The reality check: it does NOT generalize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domain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In-distribution: F1 0.997, AUC 0.999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Independent Kaggle 651k dataset: F1 0.666, AUC 0.434</a:t>
            </a:r>
          </a:p>
          <a:p>
            <a:pPr lvl="1">
              <a:spcAft>
                <a:spcPts val="10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AUC &lt; 0.5 → the ranking INVERTS (the artifact reverses across datasets)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But live OpenPhish phishing: recall 1.0 (today’s phishing is still messy)</a:t>
            </a:r>
          </a:p>
        </p:txBody>
      </p:sp>
      <p:pic>
        <p:nvPicPr>
          <p:cNvPr id="5" name="Picture 4" descr="F4_cross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03120"/>
            <a:ext cx="5394960" cy="287731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Why it inverts — distance metrics</a:t>
            </a:r>
          </a:p>
          <a:p>
            <a:r>
              <a:rPr sz="1400" b="0" i="1">
                <a:solidFill>
                  <a:srgbClr val="2A9D8F"/>
                </a:solidFill>
                <a:latin typeface="Calibri"/>
              </a:rPr>
              <a:t>KS &amp; Wasserstein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Measure the shift PhiUSIIL → Kaggle per feature (KS statistic)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Most-shifted features = is_https, path_len, n_subdomain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…which are exactly the top SHAP drivers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The model built its decision on the LEAST transferable signals</a:t>
            </a:r>
          </a:p>
        </p:txBody>
      </p:sp>
      <p:pic>
        <p:nvPicPr>
          <p:cNvPr id="5" name="Picture 4" descr="F7_domai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011680"/>
            <a:ext cx="5394960" cy="32369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So what is a URL detector good for?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Fast (~ms), private, interpretable, robust to character obfuscation, catches today’s phishing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BUT: URL structure alone is not a generalizable phishing signal</a:t>
            </a:r>
          </a:p>
          <a:p>
            <a:pPr lvl="1">
              <a:spcAft>
                <a:spcPts val="1000"/>
              </a:spcAft>
            </a:pPr>
            <a:r>
              <a:rPr sz="1600" b="0" i="0">
                <a:solidFill>
                  <a:srgbClr val="5B6472"/>
                </a:solidFill>
                <a:latin typeface="Calibri"/>
              </a:rPr>
              <a:t>–  trivially evaded by HTTPS + legitimate hosting; collapses across datasets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Right design = FUSION: link channel + content channel + reputation/domain-age</a:t>
            </a:r>
          </a:p>
          <a:p>
            <a:pPr>
              <a:spcAft>
                <a:spcPts val="1000"/>
              </a:spcAft>
            </a:pPr>
            <a:r>
              <a:rPr sz="1800" b="0" i="0">
                <a:solidFill>
                  <a:srgbClr val="1D2B3A"/>
                </a:solidFill>
                <a:latin typeface="Calibri"/>
              </a:rPr>
              <a:t>•  So when an attacker beats one channel, another still fires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 i="0">
                <a:solidFill>
                  <a:srgbClr val="E76F51"/>
                </a:solidFill>
                <a:latin typeface="Calibri"/>
              </a:rPr>
              <a:t>Near-perfect URL benchmarks measure dataset construction, not phishing.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2B3A"/>
                </a:solidFill>
                <a:latin typeface="Calibri"/>
              </a:rPr>
              <a:t>Course concepts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1D2B3A"/>
                </a:solidFill>
                <a:latin typeface="Calibri"/>
              </a:rPr>
              <a:t>•  EDA · distributions · skewness/kurtosis · robust stats · Pearson vs Spearman · Mann–Whitney U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2B3A"/>
                </a:solidFill>
                <a:latin typeface="Calibri"/>
              </a:rPr>
              <a:t>•  Feature engineering · Shannon entropy · Levenshtein edit distance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2B3A"/>
                </a:solidFill>
                <a:latin typeface="Calibri"/>
              </a:rPr>
              <a:t>•  Accuracy paradox · P/R/F1/F2/MCC/AUC · cost thresholds · bootstrap CIs · McNemar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2B3A"/>
                </a:solidFill>
                <a:latin typeface="Calibri"/>
              </a:rPr>
              <a:t>•  Explainability (SHAP) · adversarial ML (evasion, homoglyphs, adversarial training)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2B3A"/>
                </a:solidFill>
                <a:latin typeface="Calibri"/>
              </a:rPr>
              <a:t>•  Anomaly detection (Isolation Forest, LOF) · calibration · distance metrics (KS, Wasserstein)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1D2B3A"/>
                </a:solidFill>
                <a:latin typeface="Calibri"/>
              </a:rPr>
              <a:t>•  Domain shift / concept drift · feature ablation · error analysis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2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  <a:p>
            <a:r>
              <a:rPr sz="1600" b="0" i="0">
                <a:solidFill>
                  <a:srgbClr val="9AD1C9"/>
                </a:solidFill>
                <a:latin typeface="Calibri"/>
              </a:rPr>
              <a:t>github.com/segals/phishing-url-detector  ·  reproducible: python run_all.py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